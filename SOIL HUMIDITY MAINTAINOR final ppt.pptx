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7" r:id="rId7"/>
    <p:sldId id="268" r:id="rId8"/>
    <p:sldId id="261" r:id="rId9"/>
    <p:sldId id="262" r:id="rId10"/>
    <p:sldId id="263" r:id="rId11"/>
    <p:sldId id="266" r:id="rId12"/>
    <p:sldId id="264" r:id="rId13"/>
    <p:sldId id="269" r:id="rId14"/>
    <p:sldId id="265"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D39D3621-C0C3-4391-9028-746EB78D4EC5}" type="datetimeFigureOut">
              <a:rPr lang="en-US" smtClean="0"/>
              <a:pPr/>
              <a:t>5/6/2019</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1186C5A3-F7C8-4286-B40E-D43154224554}"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D39D3621-C0C3-4391-9028-746EB78D4EC5}" type="datetimeFigureOut">
              <a:rPr lang="en-US" smtClean="0"/>
              <a:pPr/>
              <a:t>5/6/2019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6C5A3-F7C8-4286-B40E-D43154224554}"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39D3621-C0C3-4391-9028-746EB78D4EC5}" type="datetimeFigureOut">
              <a:rPr lang="en-US" smtClean="0"/>
              <a:pPr/>
              <a:t>5/6/2019</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1186C5A3-F7C8-4286-B40E-D43154224554}"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D39D3621-C0C3-4391-9028-746EB78D4EC5}" type="datetimeFigureOut">
              <a:rPr lang="en-US" smtClean="0"/>
              <a:pPr/>
              <a:t>5/6/2019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6C5A3-F7C8-4286-B40E-D43154224554}"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D39D3621-C0C3-4391-9028-746EB78D4EC5}" type="datetimeFigureOut">
              <a:rPr lang="en-US" smtClean="0"/>
              <a:pPr/>
              <a:t>5/6/2019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86C5A3-F7C8-4286-B40E-D43154224554}"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39D3621-C0C3-4391-9028-746EB78D4EC5}" type="datetimeFigureOut">
              <a:rPr lang="en-US" smtClean="0"/>
              <a:pPr/>
              <a:t>5/6/2019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86C5A3-F7C8-4286-B40E-D4315422455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9D3621-C0C3-4391-9028-746EB78D4EC5}" type="datetimeFigureOut">
              <a:rPr lang="en-US" smtClean="0"/>
              <a:pPr/>
              <a:t>5/6/2019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86C5A3-F7C8-4286-B40E-D4315422455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39D3621-C0C3-4391-9028-746EB78D4EC5}" type="datetimeFigureOut">
              <a:rPr lang="en-US" smtClean="0"/>
              <a:pPr/>
              <a:t>5/6/2019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86C5A3-F7C8-4286-B40E-D43154224554}"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39D3621-C0C3-4391-9028-746EB78D4EC5}" type="datetimeFigureOut">
              <a:rPr lang="en-US" smtClean="0"/>
              <a:pPr/>
              <a:t>5/6/2019</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1186C5A3-F7C8-4286-B40E-D43154224554}"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39D3621-C0C3-4391-9028-746EB78D4EC5}" type="datetimeFigureOut">
              <a:rPr lang="en-US" smtClean="0"/>
              <a:pPr/>
              <a:t>5/6/2019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6C5A3-F7C8-4286-B40E-D4315422455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39D3621-C0C3-4391-9028-746EB78D4EC5}" type="datetimeFigureOut">
              <a:rPr lang="en-US" smtClean="0"/>
              <a:pPr/>
              <a:t>5/6/2019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86C5A3-F7C8-4286-B40E-D4315422455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D39D3621-C0C3-4391-9028-746EB78D4EC5}" type="datetimeFigureOut">
              <a:rPr lang="en-US" smtClean="0"/>
              <a:pPr/>
              <a:t>5/6/2019</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186C5A3-F7C8-4286-B40E-D4315422455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pPr algn="r"/>
            <a:r>
              <a:rPr lang="en-US" sz="2800" dirty="0" smtClean="0">
                <a:solidFill>
                  <a:schemeClr val="tx1"/>
                </a:solidFill>
              </a:rPr>
              <a:t>1. 207 VARUN AGARWAL</a:t>
            </a:r>
          </a:p>
          <a:p>
            <a:pPr algn="r"/>
            <a:r>
              <a:rPr lang="en-US" sz="2800" dirty="0" smtClean="0">
                <a:solidFill>
                  <a:schemeClr val="tx1"/>
                </a:solidFill>
              </a:rPr>
              <a:t>2. 210 DEEP PATEL</a:t>
            </a:r>
          </a:p>
          <a:p>
            <a:pPr algn="r"/>
            <a:r>
              <a:rPr lang="en-US" sz="2800" dirty="0" smtClean="0">
                <a:solidFill>
                  <a:schemeClr val="tx1"/>
                </a:solidFill>
              </a:rPr>
              <a:t>3. 211 MALAY PATIL</a:t>
            </a:r>
          </a:p>
          <a:p>
            <a:pPr algn="r"/>
            <a:endParaRPr lang="en-US" sz="2800" dirty="0"/>
          </a:p>
        </p:txBody>
      </p:sp>
      <p:sp>
        <p:nvSpPr>
          <p:cNvPr id="2" name="Title 1"/>
          <p:cNvSpPr>
            <a:spLocks noGrp="1"/>
          </p:cNvSpPr>
          <p:nvPr>
            <p:ph type="ctrTitle"/>
          </p:nvPr>
        </p:nvSpPr>
        <p:spPr/>
        <p:txBody>
          <a:bodyPr/>
          <a:lstStyle/>
          <a:p>
            <a:r>
              <a:rPr lang="en-US" dirty="0" smtClean="0">
                <a:solidFill>
                  <a:schemeClr val="tx1"/>
                </a:solidFill>
              </a:rPr>
              <a:t>SOIL HUMIDITY MAINTAINOR</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Problem Statement</a:t>
            </a:r>
            <a:endParaRPr lang="en-US" dirty="0"/>
          </a:p>
        </p:txBody>
      </p:sp>
      <p:sp>
        <p:nvSpPr>
          <p:cNvPr id="3" name="Content Placeholder 2"/>
          <p:cNvSpPr>
            <a:spLocks noGrp="1"/>
          </p:cNvSpPr>
          <p:nvPr>
            <p:ph sz="quarter" idx="1"/>
          </p:nvPr>
        </p:nvSpPr>
        <p:spPr/>
        <p:txBody>
          <a:bodyPr/>
          <a:lstStyle/>
          <a:p>
            <a:r>
              <a:rPr lang="en-US" dirty="0" smtClean="0"/>
              <a:t>To develop a system to count the humidity level and water the crop with the help of moisture sensor with the desired range.  </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Introduction</a:t>
            </a:r>
            <a:endParaRPr lang="en-US" dirty="0"/>
          </a:p>
        </p:txBody>
      </p:sp>
      <p:sp>
        <p:nvSpPr>
          <p:cNvPr id="3" name="Content Placeholder 2"/>
          <p:cNvSpPr>
            <a:spLocks noGrp="1"/>
          </p:cNvSpPr>
          <p:nvPr>
            <p:ph sz="quarter" idx="1"/>
          </p:nvPr>
        </p:nvSpPr>
        <p:spPr/>
        <p:txBody>
          <a:bodyPr>
            <a:normAutofit fontScale="85000" lnSpcReduction="20000"/>
          </a:bodyPr>
          <a:lstStyle/>
          <a:p>
            <a:r>
              <a:rPr lang="en-US" dirty="0"/>
              <a:t>The primary objective of Soil Humidity Maintainer is to help the farmers to reduce their manual work by transforming this whole process into automated one. Watering the crops by manually checking the water level everyday of different crops and giving water to the crops accordingly is a cumbersome process .  Many farmers are doing suicide just because of irregular crops ,many of them do not know what crop requires what amount of water leading irregularity in their crops like many a time cases occurs when farmers mistakenly gives crop with high drought tolerance lot of water and they give less amount of water to the crop with less drought tolerance and causing a huge loss of not only money but most of the times their land as well . So if we develop such a solution so as to reduce their work and also tell them about different water requirements for different crops by checking humidity level of the soil, there comes out to be three different states that is high , medium and low required for crops with low drought tolerance , medium drought tolerance and high drought tolerance.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a:t>
            </a:r>
            <a:endParaRPr lang="en-US" dirty="0"/>
          </a:p>
        </p:txBody>
      </p:sp>
      <p:sp>
        <p:nvSpPr>
          <p:cNvPr id="3" name="Content Placeholder 2"/>
          <p:cNvSpPr>
            <a:spLocks noGrp="1"/>
          </p:cNvSpPr>
          <p:nvPr>
            <p:ph sz="quarter" idx="1"/>
          </p:nvPr>
        </p:nvSpPr>
        <p:spPr/>
        <p:txBody>
          <a:bodyPr/>
          <a:lstStyle/>
          <a:p>
            <a:r>
              <a:rPr lang="en-US" dirty="0" smtClean="0"/>
              <a:t>The objective of the project is to provide a platform for farmers  so that farmers can easily water their plants through their </a:t>
            </a:r>
            <a:r>
              <a:rPr lang="en-US" dirty="0" err="1" smtClean="0"/>
              <a:t>cellphones</a:t>
            </a:r>
            <a:r>
              <a:rPr lang="en-US" dirty="0" smtClean="0"/>
              <a:t> with the desired range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LITERATURE SURVEY</a:t>
            </a:r>
            <a:endParaRPr lang="en-US" dirty="0"/>
          </a:p>
        </p:txBody>
      </p:sp>
      <p:sp>
        <p:nvSpPr>
          <p:cNvPr id="3" name="Content Placeholder 2"/>
          <p:cNvSpPr>
            <a:spLocks noGrp="1"/>
          </p:cNvSpPr>
          <p:nvPr>
            <p:ph sz="quarter" idx="1"/>
          </p:nvPr>
        </p:nvSpPr>
        <p:spPr/>
        <p:txBody>
          <a:bodyPr>
            <a:normAutofit lnSpcReduction="10000"/>
          </a:bodyPr>
          <a:lstStyle/>
          <a:p>
            <a:pPr lvl="0"/>
            <a:r>
              <a:rPr lang="en-US" dirty="0"/>
              <a:t>Do you face any problem while watering the crops?                                   YES/NO</a:t>
            </a:r>
          </a:p>
          <a:p>
            <a:pPr lvl="0"/>
            <a:r>
              <a:rPr lang="en-US" dirty="0"/>
              <a:t>Does amount of water in the crops plays a vital role?                                  YES/NO              </a:t>
            </a:r>
          </a:p>
          <a:p>
            <a:pPr lvl="0"/>
            <a:r>
              <a:rPr lang="en-US" dirty="0"/>
              <a:t>Do you want the method to be automatic ?                                                   YES/NO</a:t>
            </a:r>
          </a:p>
          <a:p>
            <a:pPr lvl="0"/>
            <a:r>
              <a:rPr lang="en-US" dirty="0"/>
              <a:t>Different crops require different amount of water?                                      YES/NO</a:t>
            </a:r>
          </a:p>
          <a:p>
            <a:pPr lvl="0"/>
            <a:r>
              <a:rPr lang="en-US" dirty="0"/>
              <a:t>What if we </a:t>
            </a:r>
            <a:r>
              <a:rPr lang="en-US" dirty="0" err="1"/>
              <a:t>we</a:t>
            </a:r>
            <a:r>
              <a:rPr lang="en-US" dirty="0"/>
              <a:t> build the app for you so that some of your gets reduced?     RELIEF/NOT NEEDED</a:t>
            </a:r>
          </a:p>
          <a:p>
            <a:pPr lvl="0"/>
            <a:r>
              <a:rPr lang="en-US" dirty="0"/>
              <a:t>What do you want in the app from our side?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Similar Projects</a:t>
            </a:r>
            <a:endParaRPr lang="en-US" dirty="0"/>
          </a:p>
        </p:txBody>
      </p:sp>
      <p:sp>
        <p:nvSpPr>
          <p:cNvPr id="3" name="Content Placeholder 2"/>
          <p:cNvSpPr>
            <a:spLocks noGrp="1"/>
          </p:cNvSpPr>
          <p:nvPr>
            <p:ph sz="quarter" idx="1"/>
          </p:nvPr>
        </p:nvSpPr>
        <p:spPr/>
        <p:txBody>
          <a:bodyPr/>
          <a:lstStyle/>
          <a:p>
            <a:pPr>
              <a:buNone/>
            </a:pPr>
            <a:r>
              <a:rPr lang="en-US" b="1" dirty="0" smtClean="0"/>
              <a:t>Automated Irrigation and crop in Agriculture using IOT</a:t>
            </a:r>
          </a:p>
          <a:p>
            <a:r>
              <a:rPr lang="en-US" b="1" dirty="0" smtClean="0"/>
              <a:t>First of all farmers want a user friendly interface that will be provided by app rather than a website.</a:t>
            </a:r>
          </a:p>
          <a:p>
            <a:r>
              <a:rPr lang="en-US" b="1" dirty="0" smtClean="0"/>
              <a:t> Secondly they are not providing farmers with types of crops and also. </a:t>
            </a:r>
            <a:endParaRPr 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Technology Stack</a:t>
            </a:r>
            <a:endParaRPr lang="en-US" dirty="0"/>
          </a:p>
        </p:txBody>
      </p:sp>
      <p:sp>
        <p:nvSpPr>
          <p:cNvPr id="3" name="Content Placeholder 2"/>
          <p:cNvSpPr>
            <a:spLocks noGrp="1"/>
          </p:cNvSpPr>
          <p:nvPr>
            <p:ph sz="quarter" idx="1"/>
          </p:nvPr>
        </p:nvSpPr>
        <p:spPr/>
        <p:txBody>
          <a:bodyPr/>
          <a:lstStyle/>
          <a:p>
            <a:pPr>
              <a:buNone/>
            </a:pPr>
            <a:r>
              <a:rPr lang="en-US" dirty="0" smtClean="0"/>
              <a:t>Hardware Requirements</a:t>
            </a:r>
            <a:endParaRPr lang="en-US" dirty="0" smtClean="0"/>
          </a:p>
          <a:p>
            <a:r>
              <a:rPr lang="en-US" dirty="0" smtClean="0"/>
              <a:t>Moisture Sensor </a:t>
            </a:r>
          </a:p>
          <a:p>
            <a:r>
              <a:rPr lang="en-US" dirty="0" smtClean="0"/>
              <a:t> </a:t>
            </a:r>
            <a:r>
              <a:rPr lang="en-US" dirty="0" err="1" smtClean="0"/>
              <a:t>Arduino</a:t>
            </a:r>
            <a:r>
              <a:rPr lang="en-US" dirty="0" smtClean="0"/>
              <a:t> </a:t>
            </a:r>
            <a:r>
              <a:rPr lang="en-US" dirty="0" err="1" smtClean="0"/>
              <a:t>Nano</a:t>
            </a:r>
            <a:r>
              <a:rPr lang="en-US" dirty="0" smtClean="0"/>
              <a:t> </a:t>
            </a:r>
          </a:p>
          <a:p>
            <a:r>
              <a:rPr lang="en-US" dirty="0" smtClean="0"/>
              <a:t> </a:t>
            </a:r>
            <a:r>
              <a:rPr lang="en-US" dirty="0" smtClean="0"/>
              <a:t>Motor </a:t>
            </a:r>
          </a:p>
          <a:p>
            <a:r>
              <a:rPr lang="en-US" dirty="0" smtClean="0"/>
              <a:t> </a:t>
            </a:r>
            <a:r>
              <a:rPr lang="en-US" dirty="0" smtClean="0"/>
              <a:t>Battery </a:t>
            </a:r>
          </a:p>
          <a:p>
            <a:r>
              <a:rPr lang="en-US" dirty="0" smtClean="0"/>
              <a:t> </a:t>
            </a:r>
            <a:r>
              <a:rPr lang="en-US" dirty="0" smtClean="0"/>
              <a:t>Jumper Wires </a:t>
            </a:r>
          </a:p>
          <a:p>
            <a:r>
              <a:rPr lang="en-US" dirty="0" smtClean="0"/>
              <a:t> </a:t>
            </a:r>
            <a:r>
              <a:rPr lang="en-US" dirty="0" smtClean="0"/>
              <a:t>Relay Module </a:t>
            </a:r>
            <a:endParaRPr lang="en-US" dirty="0" smtClean="0"/>
          </a:p>
          <a:p>
            <a:pPr>
              <a:buNone/>
            </a:pPr>
            <a:r>
              <a:rPr lang="en-US" dirty="0" smtClean="0"/>
              <a:t>Software Requirements</a:t>
            </a:r>
          </a:p>
          <a:p>
            <a:r>
              <a:rPr lang="en-US" dirty="0" err="1" smtClean="0"/>
              <a:t>Arduino</a:t>
            </a:r>
            <a:r>
              <a:rPr lang="en-US" dirty="0" smtClean="0"/>
              <a:t> IDE</a:t>
            </a:r>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 Diagram </a:t>
            </a:r>
            <a:endParaRPr lang="en-US" dirty="0"/>
          </a:p>
        </p:txBody>
      </p:sp>
      <p:pic>
        <p:nvPicPr>
          <p:cNvPr id="4" name="Content Placeholder 3" descr="C:\Users\os\Downloads\Basic Activity Diagram soil.png"/>
          <p:cNvPicPr>
            <a:picLocks noGrp="1"/>
          </p:cNvPicPr>
          <p:nvPr>
            <p:ph sz="quarter" idx="1"/>
          </p:nvPr>
        </p:nvPicPr>
        <p:blipFill>
          <a:blip r:embed="rId2" cstate="print"/>
          <a:stretch>
            <a:fillRect/>
          </a:stretch>
        </p:blipFill>
        <p:spPr bwMode="auto">
          <a:xfrm>
            <a:off x="1842247" y="1371600"/>
            <a:ext cx="5916706" cy="45720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Diagram</a:t>
            </a:r>
            <a:endParaRPr lang="en-US" dirty="0"/>
          </a:p>
        </p:txBody>
      </p:sp>
      <p:pic>
        <p:nvPicPr>
          <p:cNvPr id="4" name="Content Placeholder 3" descr="C:\Users\os\Downloads\Basic Use Case Diagram.jpeg"/>
          <p:cNvPicPr>
            <a:picLocks noGrp="1"/>
          </p:cNvPicPr>
          <p:nvPr>
            <p:ph sz="quarter" idx="1"/>
          </p:nvPr>
        </p:nvPicPr>
        <p:blipFill>
          <a:blip r:embed="rId2" cstate="print"/>
          <a:stretch>
            <a:fillRect/>
          </a:stretch>
        </p:blipFill>
        <p:spPr bwMode="auto">
          <a:xfrm>
            <a:off x="1938943" y="1524692"/>
            <a:ext cx="5723313" cy="441821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Circuit Diagram</a:t>
            </a:r>
            <a:endParaRPr lang="en-US" dirty="0"/>
          </a:p>
        </p:txBody>
      </p:sp>
      <p:pic>
        <p:nvPicPr>
          <p:cNvPr id="4" name="Content Placeholder 3" descr="C:\Users\os\Downloads\circuit diag.PNG"/>
          <p:cNvPicPr>
            <a:picLocks noGrp="1"/>
          </p:cNvPicPr>
          <p:nvPr>
            <p:ph sz="quarter" idx="1"/>
          </p:nvPr>
        </p:nvPicPr>
        <p:blipFill>
          <a:blip r:embed="rId2" cstate="print"/>
          <a:stretch>
            <a:fillRect/>
          </a:stretch>
        </p:blipFill>
        <p:spPr bwMode="auto">
          <a:xfrm>
            <a:off x="2365513" y="1447800"/>
            <a:ext cx="4870174" cy="45720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 </a:t>
            </a:r>
            <a:endParaRPr lang="en-US" dirty="0"/>
          </a:p>
        </p:txBody>
      </p:sp>
      <p:sp>
        <p:nvSpPr>
          <p:cNvPr id="3" name="Content Placeholder 2"/>
          <p:cNvSpPr>
            <a:spLocks noGrp="1"/>
          </p:cNvSpPr>
          <p:nvPr>
            <p:ph sz="quarter" idx="1"/>
          </p:nvPr>
        </p:nvSpPr>
        <p:spPr/>
        <p:txBody>
          <a:bodyPr>
            <a:normAutofit fontScale="92500" lnSpcReduction="10000"/>
          </a:bodyPr>
          <a:lstStyle/>
          <a:p>
            <a:pPr>
              <a:buNone/>
            </a:pPr>
            <a:r>
              <a:rPr lang="en-US" dirty="0" smtClean="0"/>
              <a:t>     We can conclude that,</a:t>
            </a:r>
            <a:r>
              <a:rPr lang="en-US" dirty="0"/>
              <a:t> The sensitivity of moisture sensor is very high so it can give the exact condition and the humidity level of the soil . Farmers can easily water their plants by just operating through their </a:t>
            </a:r>
            <a:r>
              <a:rPr lang="en-US" dirty="0" err="1" smtClean="0"/>
              <a:t>cellphones.As</a:t>
            </a:r>
            <a:r>
              <a:rPr lang="en-US" dirty="0" smtClean="0"/>
              <a:t> </a:t>
            </a:r>
            <a:r>
              <a:rPr lang="en-US" dirty="0"/>
              <a:t>per the crop's tolerance , Farmers can water their crops as per the requirement of the crop for the better </a:t>
            </a:r>
            <a:r>
              <a:rPr lang="en-US" dirty="0" err="1"/>
              <a:t>furtility</a:t>
            </a:r>
            <a:r>
              <a:rPr lang="en-US" dirty="0"/>
              <a:t>. For farmers' better use different languages are also been added .</a:t>
            </a:r>
          </a:p>
          <a:p>
            <a:pPr>
              <a:buNone/>
            </a:pPr>
            <a:r>
              <a:rPr lang="en-US" dirty="0" smtClean="0"/>
              <a:t>     As </a:t>
            </a:r>
            <a:r>
              <a:rPr lang="en-US" dirty="0"/>
              <a:t>a crops is a basic need of human kind , if we implement technology to the agricultural it will be useful for people and farmers </a:t>
            </a:r>
            <a:r>
              <a:rPr lang="en-US" dirty="0" smtClean="0"/>
              <a:t>.Farmer </a:t>
            </a:r>
            <a:r>
              <a:rPr lang="en-US" dirty="0"/>
              <a:t>can easily operate the watering of the crops. The technology can reduce the manual work for the farmers and also help them grow the crops through the function's description about the tolerance </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Scope</a:t>
            </a:r>
            <a:endParaRPr lang="en-US" dirty="0"/>
          </a:p>
        </p:txBody>
      </p:sp>
      <p:sp>
        <p:nvSpPr>
          <p:cNvPr id="3" name="Content Placeholder 2"/>
          <p:cNvSpPr>
            <a:spLocks noGrp="1"/>
          </p:cNvSpPr>
          <p:nvPr>
            <p:ph sz="quarter" idx="1"/>
          </p:nvPr>
        </p:nvSpPr>
        <p:spPr/>
        <p:txBody>
          <a:bodyPr/>
          <a:lstStyle/>
          <a:p>
            <a:r>
              <a:rPr lang="en-US" dirty="0"/>
              <a:t>It has a very promising future and since the implementation of this moisture sensor is too easy it can be used in many purposes with the different </a:t>
            </a:r>
            <a:r>
              <a:rPr lang="en-US" dirty="0" err="1"/>
              <a:t>function.there’s</a:t>
            </a:r>
            <a:r>
              <a:rPr lang="en-US" dirty="0"/>
              <a:t> no doubt this technology is </a:t>
            </a:r>
            <a:r>
              <a:rPr lang="en-US" dirty="0" err="1"/>
              <a:t>gonna</a:t>
            </a:r>
            <a:r>
              <a:rPr lang="en-US" dirty="0"/>
              <a:t> flourish in sectors mostly in agriculture or gardening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0"/>
            <a:ext cx="7772400" cy="3048000"/>
          </a:xfrm>
        </p:spPr>
        <p:txBody>
          <a:bodyPr/>
          <a:lstStyle/>
          <a:p>
            <a:pPr algn="ctr"/>
            <a:r>
              <a:rPr lang="en-US" sz="8800" dirty="0" smtClean="0">
                <a:solidFill>
                  <a:schemeClr val="tx1"/>
                </a:solidFill>
              </a:rPr>
              <a:t>Questions??</a:t>
            </a:r>
            <a:endParaRPr lang="en-US" sz="8800"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62000" y="2286000"/>
            <a:ext cx="7772400" cy="4572000"/>
          </a:xfrm>
        </p:spPr>
        <p:txBody>
          <a:bodyPr>
            <a:normAutofit/>
          </a:bodyPr>
          <a:lstStyle/>
          <a:p>
            <a:pPr algn="ctr">
              <a:buNone/>
            </a:pPr>
            <a:r>
              <a:rPr lang="en-US" sz="8800" dirty="0" smtClean="0"/>
              <a:t>Thank you</a:t>
            </a:r>
            <a:endParaRPr lang="en-US" sz="88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202</TotalTime>
  <Words>588</Words>
  <Application>Microsoft Office PowerPoint</Application>
  <PresentationFormat>On-screen Show (4:3)</PresentationFormat>
  <Paragraphs>41</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Equity</vt:lpstr>
      <vt:lpstr>SOIL HUMIDITY MAINTAINOR</vt:lpstr>
      <vt:lpstr>Problem Statement</vt:lpstr>
      <vt:lpstr>Introduction</vt:lpstr>
      <vt:lpstr>Objective</vt:lpstr>
      <vt:lpstr>LITERATURE SURVEY</vt:lpstr>
      <vt:lpstr>Similar Projects</vt:lpstr>
      <vt:lpstr>Technology Stack</vt:lpstr>
      <vt:lpstr>Activity Diagram </vt:lpstr>
      <vt:lpstr>Use Case Diagram</vt:lpstr>
      <vt:lpstr>Circuit Diagram</vt:lpstr>
      <vt:lpstr>Conclusion </vt:lpstr>
      <vt:lpstr>Future Scope</vt:lpstr>
      <vt:lpstr>Questions??</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SOIL HUMIDITY MAINTAINOR</dc:title>
  <dc:creator>os</dc:creator>
  <cp:lastModifiedBy>os</cp:lastModifiedBy>
  <cp:revision>20</cp:revision>
  <dcterms:created xsi:type="dcterms:W3CDTF">2019-04-24T16:19:26Z</dcterms:created>
  <dcterms:modified xsi:type="dcterms:W3CDTF">2019-05-05T19:33:48Z</dcterms:modified>
</cp:coreProperties>
</file>